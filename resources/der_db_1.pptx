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s-C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000" autoAdjust="0"/>
    <p:restoredTop sz="84983" autoAdjust="0"/>
  </p:normalViewPr>
  <p:slideViewPr>
    <p:cSldViewPr snapToGrid="0">
      <p:cViewPr varScale="1">
        <p:scale>
          <a:sx n="59" d="100"/>
          <a:sy n="59" d="100"/>
        </p:scale>
        <p:origin x="102" y="9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2F219CA-B4D5-4DB0-86F9-0A7BADBB95C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R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CCE0057-DBB3-42F7-BE62-5FDBBE219B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0878B80-2992-4C45-A0C2-E851D59466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1DDB85-792D-4063-A06B-EC92FD587686}" type="datetimeFigureOut">
              <a:rPr lang="es-CR" smtClean="0"/>
              <a:t>16/11/2025</a:t>
            </a:fld>
            <a:endParaRPr lang="es-C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38CBEA0-6CBB-4FB6-8CC7-F5EC188F6B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C886309-2622-458A-BB98-08822657CC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155C24-8FA8-4233-98E0-436C1950737E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21453214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264F06E-B6CF-45D3-A413-BDC1B6F20D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2E484B1-D61C-4B50-B1E2-51F096C9E1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1090EB6-1A8B-43F1-B6C6-590EB7EFAF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1DDB85-792D-4063-A06B-EC92FD587686}" type="datetimeFigureOut">
              <a:rPr lang="es-CR" smtClean="0"/>
              <a:t>16/11/2025</a:t>
            </a:fld>
            <a:endParaRPr lang="es-C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9064106-C589-4E14-A1FE-855A1AAFAF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0D99FA9-54C7-417F-BBCB-F19B818C92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155C24-8FA8-4233-98E0-436C1950737E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16327046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D6B17D-E259-4C54-8023-91427D5590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R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9647BD1-2FED-4A19-A8ED-6E28F106C5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5A241D4-FD58-4883-ABD2-ACDF452895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1DDB85-792D-4063-A06B-EC92FD587686}" type="datetimeFigureOut">
              <a:rPr lang="es-CR" smtClean="0"/>
              <a:t>16/11/2025</a:t>
            </a:fld>
            <a:endParaRPr lang="es-C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BF5A9A4-0054-40AB-84C9-F33435B180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53E427B-FCD5-4A07-B71C-BF83408DE6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155C24-8FA8-4233-98E0-436C1950737E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11410032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207CF8D-4FB5-483D-AB65-2109AE763D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1CD0DA4-0D07-4333-B1A3-EBC404B018D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R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2DB30055-DD21-471F-8DC6-590639A855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R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278E660-F3AB-4896-B733-1E22259DB0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1DDB85-792D-4063-A06B-EC92FD587686}" type="datetimeFigureOut">
              <a:rPr lang="es-CR" smtClean="0"/>
              <a:t>16/11/2025</a:t>
            </a:fld>
            <a:endParaRPr lang="es-CR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1475D6D-0435-470D-8CA6-F5B1A7732B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3E435B5-8455-4E1E-931B-67011A2D61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155C24-8FA8-4233-98E0-436C1950737E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27686363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434A517-55FD-42D8-988F-968CD92F4A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R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A03C9E2-63A9-4183-82D2-CA65CF7FA4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FD3EC266-C8FC-4A7A-89DD-9C18D3C8DE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R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4952C2E4-04B7-48EA-82F3-C777BA77E46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E7DFA848-1914-4B95-AE98-E41CE51A4F4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R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2F8A01AB-9871-4D4C-9286-6A09E9536B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1DDB85-792D-4063-A06B-EC92FD587686}" type="datetimeFigureOut">
              <a:rPr lang="es-CR" smtClean="0"/>
              <a:t>16/11/2025</a:t>
            </a:fld>
            <a:endParaRPr lang="es-CR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FB63338D-8A79-4338-BFEE-44D903EF6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AA79F37D-3AAC-46FF-98C0-F626C03FC7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155C24-8FA8-4233-98E0-436C1950737E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38362909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F537F44-2669-447A-B708-A718C9F99B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R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5CCAAB1F-9ACC-4058-8B1D-7C1B1A8D7C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1DDB85-792D-4063-A06B-EC92FD587686}" type="datetimeFigureOut">
              <a:rPr lang="es-CR" smtClean="0"/>
              <a:t>16/11/2025</a:t>
            </a:fld>
            <a:endParaRPr lang="es-CR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CCB49BF5-78CA-47E2-8579-F71C87EB90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7E650D37-5913-4EE0-B7F3-B8DDDE0904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155C24-8FA8-4233-98E0-436C1950737E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4406774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A18898EB-A4F1-489F-B2FC-E290B3B44E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1DDB85-792D-4063-A06B-EC92FD587686}" type="datetimeFigureOut">
              <a:rPr lang="es-CR" smtClean="0"/>
              <a:t>16/11/2025</a:t>
            </a:fld>
            <a:endParaRPr lang="es-CR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32EDAE71-A4A9-40BE-A650-B8965CEA0C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BB858F0-3AE8-488F-9E55-B513676BB6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155C24-8FA8-4233-98E0-436C1950737E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28040128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D98D783-42D8-4B49-AB0E-C366A83856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4E514F7-5E91-49ED-960F-F7EF43C0F5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R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68EDA924-430E-4B9F-A6D6-8A6E12987C6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526BF9E-CCDC-42E1-99B7-64CCAABD29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1DDB85-792D-4063-A06B-EC92FD587686}" type="datetimeFigureOut">
              <a:rPr lang="es-CR" smtClean="0"/>
              <a:t>16/11/2025</a:t>
            </a:fld>
            <a:endParaRPr lang="es-CR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46EB798-D799-4B98-9214-9E08518127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8EA5E6FC-9637-46FF-B92A-FF8BC76726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155C24-8FA8-4233-98E0-436C1950737E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16753908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AFDF58B-CE73-4A59-B987-1F5E59629D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R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983CB520-ED80-4ACF-9887-4D759D76879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R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EE8B0884-2CE1-43DA-B4E3-41D88C1369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47F8DAA-3EEE-4BA1-B4E3-470675CAAC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1DDB85-792D-4063-A06B-EC92FD587686}" type="datetimeFigureOut">
              <a:rPr lang="es-CR" smtClean="0"/>
              <a:t>16/11/2025</a:t>
            </a:fld>
            <a:endParaRPr lang="es-CR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97321D8-F44A-4504-AFB0-3EFD3DF982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07CAE9AE-E673-428A-8FD4-7E90F9B092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155C24-8FA8-4233-98E0-436C1950737E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33254117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87230E9-C33F-455A-8290-11B048586A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R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0CEA83FD-1E22-44F7-A0A3-672D680E673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17D56A3-1948-4D72-95FB-9871BC72DA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1DDB85-792D-4063-A06B-EC92FD587686}" type="datetimeFigureOut">
              <a:rPr lang="es-CR" smtClean="0"/>
              <a:t>16/11/2025</a:t>
            </a:fld>
            <a:endParaRPr lang="es-C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AFDF324-AE97-4C88-B5B4-5A082C4E65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B828B51-0A80-4C46-AC44-DA27937DD4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155C24-8FA8-4233-98E0-436C1950737E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11461607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543481B6-1CBA-47A1-91EB-43E0E30D20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R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C66D2327-67A4-4B08-87C9-EC912BC55E7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CE0B416-3704-4DEA-B597-523BC0E8DA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1DDB85-792D-4063-A06B-EC92FD587686}" type="datetimeFigureOut">
              <a:rPr lang="es-CR" smtClean="0"/>
              <a:t>16/11/2025</a:t>
            </a:fld>
            <a:endParaRPr lang="es-C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1A2D020-1AB7-4E25-BBC9-4211451E93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A2C6DF1-E0D1-44B6-8B9F-E5B254A16D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155C24-8FA8-4233-98E0-436C1950737E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18358380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70F06B78-D67F-43B0-88AA-9D8D8D2095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R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90CF9B8-6200-4C9B-9318-1346AD3321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AC1DD9F-A3B6-49EA-9C6C-EFD3835AD2F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1DDB85-792D-4063-A06B-EC92FD587686}" type="datetimeFigureOut">
              <a:rPr lang="es-CR" smtClean="0"/>
              <a:t>16/11/2025</a:t>
            </a:fld>
            <a:endParaRPr lang="es-C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5DAB2FD-C90A-42E7-A2DF-7E8377B5771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15EC89E-58AB-4323-BFDA-4CA79A8759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155C24-8FA8-4233-98E0-436C1950737E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3844355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upo 8">
            <a:extLst>
              <a:ext uri="{FF2B5EF4-FFF2-40B4-BE49-F238E27FC236}">
                <a16:creationId xmlns:a16="http://schemas.microsoft.com/office/drawing/2014/main" id="{E72A93C1-0091-4334-95D2-06B88A0B0D53}"/>
              </a:ext>
            </a:extLst>
          </p:cNvPr>
          <p:cNvGrpSpPr/>
          <p:nvPr/>
        </p:nvGrpSpPr>
        <p:grpSpPr>
          <a:xfrm>
            <a:off x="824277" y="366000"/>
            <a:ext cx="1416258" cy="2357887"/>
            <a:chOff x="1005838" y="1105385"/>
            <a:chExt cx="1130533" cy="2010940"/>
          </a:xfrm>
        </p:grpSpPr>
        <p:sp>
          <p:nvSpPr>
            <p:cNvPr id="4" name="Rectángulo: esquinas superiores redondeadas 3">
              <a:extLst>
                <a:ext uri="{FF2B5EF4-FFF2-40B4-BE49-F238E27FC236}">
                  <a16:creationId xmlns:a16="http://schemas.microsoft.com/office/drawing/2014/main" id="{5CBBBF37-50BF-4EDF-A8BA-062D61D41CD2}"/>
                </a:ext>
              </a:extLst>
            </p:cNvPr>
            <p:cNvSpPr/>
            <p:nvPr/>
          </p:nvSpPr>
          <p:spPr>
            <a:xfrm>
              <a:off x="1047404" y="1130531"/>
              <a:ext cx="1088967" cy="1753985"/>
            </a:xfrm>
            <a:prstGeom prst="round2SameRect">
              <a:avLst/>
            </a:prstGeom>
            <a:ln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CR"/>
            </a:p>
          </p:txBody>
        </p:sp>
        <p:sp>
          <p:nvSpPr>
            <p:cNvPr id="5" name="CuadroTexto 4">
              <a:extLst>
                <a:ext uri="{FF2B5EF4-FFF2-40B4-BE49-F238E27FC236}">
                  <a16:creationId xmlns:a16="http://schemas.microsoft.com/office/drawing/2014/main" id="{641EC413-F912-4D64-A69B-7036D28E644D}"/>
                </a:ext>
              </a:extLst>
            </p:cNvPr>
            <p:cNvSpPr txBox="1"/>
            <p:nvPr/>
          </p:nvSpPr>
          <p:spPr>
            <a:xfrm>
              <a:off x="1047404" y="1105385"/>
              <a:ext cx="108896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CR" sz="1400" b="1" dirty="0" err="1"/>
                <a:t>users</a:t>
              </a:r>
              <a:endParaRPr lang="es-CR" sz="1400" b="1" dirty="0"/>
            </a:p>
          </p:txBody>
        </p:sp>
        <p:cxnSp>
          <p:nvCxnSpPr>
            <p:cNvPr id="7" name="Conector recto 6">
              <a:extLst>
                <a:ext uri="{FF2B5EF4-FFF2-40B4-BE49-F238E27FC236}">
                  <a16:creationId xmlns:a16="http://schemas.microsoft.com/office/drawing/2014/main" id="{D216D3F3-30AA-4E99-B207-A9A685D44F67}"/>
                </a:ext>
              </a:extLst>
            </p:cNvPr>
            <p:cNvCxnSpPr/>
            <p:nvPr/>
          </p:nvCxnSpPr>
          <p:spPr>
            <a:xfrm>
              <a:off x="1047404" y="1379913"/>
              <a:ext cx="1088967" cy="0"/>
            </a:xfrm>
            <a:prstGeom prst="line">
              <a:avLst/>
            </a:prstGeom>
            <a:ln w="19050">
              <a:solidFill>
                <a:schemeClr val="accent5">
                  <a:lumMod val="75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8" name="CuadroTexto 7">
              <a:extLst>
                <a:ext uri="{FF2B5EF4-FFF2-40B4-BE49-F238E27FC236}">
                  <a16:creationId xmlns:a16="http://schemas.microsoft.com/office/drawing/2014/main" id="{29F015FA-F243-4EC4-AE60-70B725BC8ACA}"/>
                </a:ext>
              </a:extLst>
            </p:cNvPr>
            <p:cNvSpPr txBox="1"/>
            <p:nvPr/>
          </p:nvSpPr>
          <p:spPr>
            <a:xfrm>
              <a:off x="1005838" y="1361999"/>
              <a:ext cx="1130533" cy="175432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CR" sz="1200" dirty="0"/>
                <a:t>id</a:t>
              </a:r>
            </a:p>
            <a:p>
              <a:r>
                <a:rPr lang="es-CR" sz="1200" dirty="0" err="1"/>
                <a:t>username</a:t>
              </a:r>
              <a:endParaRPr lang="es-CR" sz="1200" dirty="0"/>
            </a:p>
            <a:p>
              <a:r>
                <a:rPr lang="es-CR" sz="1200" dirty="0"/>
                <a:t>email</a:t>
              </a:r>
            </a:p>
            <a:p>
              <a:r>
                <a:rPr lang="es-CR" sz="1200" dirty="0"/>
                <a:t>role</a:t>
              </a:r>
            </a:p>
            <a:p>
              <a:r>
                <a:rPr lang="es-CR" sz="1200" dirty="0" err="1"/>
                <a:t>creator_type</a:t>
              </a:r>
              <a:endParaRPr lang="es-CR" sz="1200" dirty="0"/>
            </a:p>
            <a:p>
              <a:r>
                <a:rPr lang="es-CR" sz="1200" dirty="0" err="1"/>
                <a:t>created_at</a:t>
              </a:r>
              <a:endParaRPr lang="es-CR" sz="1200" dirty="0"/>
            </a:p>
            <a:p>
              <a:r>
                <a:rPr lang="es-CR" sz="1200" dirty="0" err="1"/>
                <a:t>hashed_password</a:t>
              </a:r>
              <a:endParaRPr lang="es-CR" sz="1200" dirty="0"/>
            </a:p>
            <a:p>
              <a:r>
                <a:rPr lang="es-CR" sz="1200" dirty="0" err="1"/>
                <a:t>profile_picture</a:t>
              </a:r>
              <a:endParaRPr lang="es-CR" sz="1200" dirty="0"/>
            </a:p>
            <a:p>
              <a:r>
                <a:rPr lang="es-CR" sz="1200" dirty="0"/>
                <a:t>bio</a:t>
              </a:r>
            </a:p>
          </p:txBody>
        </p:sp>
      </p:grpSp>
      <p:grpSp>
        <p:nvGrpSpPr>
          <p:cNvPr id="10" name="Grupo 9">
            <a:extLst>
              <a:ext uri="{FF2B5EF4-FFF2-40B4-BE49-F238E27FC236}">
                <a16:creationId xmlns:a16="http://schemas.microsoft.com/office/drawing/2014/main" id="{469AF8A5-D6AD-4354-987B-3A76B06DFAD1}"/>
              </a:ext>
            </a:extLst>
          </p:cNvPr>
          <p:cNvGrpSpPr/>
          <p:nvPr/>
        </p:nvGrpSpPr>
        <p:grpSpPr>
          <a:xfrm>
            <a:off x="10714392" y="666888"/>
            <a:ext cx="1190491" cy="1779131"/>
            <a:chOff x="1005838" y="1105385"/>
            <a:chExt cx="1130533" cy="1779131"/>
          </a:xfrm>
        </p:grpSpPr>
        <p:sp>
          <p:nvSpPr>
            <p:cNvPr id="11" name="Rectángulo: esquinas superiores redondeadas 10">
              <a:extLst>
                <a:ext uri="{FF2B5EF4-FFF2-40B4-BE49-F238E27FC236}">
                  <a16:creationId xmlns:a16="http://schemas.microsoft.com/office/drawing/2014/main" id="{7AD35014-3C0D-49EC-8486-B4D3B0EED10B}"/>
                </a:ext>
              </a:extLst>
            </p:cNvPr>
            <p:cNvSpPr/>
            <p:nvPr/>
          </p:nvSpPr>
          <p:spPr>
            <a:xfrm>
              <a:off x="1047404" y="1130531"/>
              <a:ext cx="1088967" cy="1753985"/>
            </a:xfrm>
            <a:prstGeom prst="round2SameRect">
              <a:avLst/>
            </a:prstGeom>
            <a:ln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CR" dirty="0"/>
            </a:p>
          </p:txBody>
        </p:sp>
        <p:sp>
          <p:nvSpPr>
            <p:cNvPr id="12" name="CuadroTexto 11">
              <a:extLst>
                <a:ext uri="{FF2B5EF4-FFF2-40B4-BE49-F238E27FC236}">
                  <a16:creationId xmlns:a16="http://schemas.microsoft.com/office/drawing/2014/main" id="{B6A9F1EF-FE56-4CF9-B849-AF6A020FB8BA}"/>
                </a:ext>
              </a:extLst>
            </p:cNvPr>
            <p:cNvSpPr txBox="1"/>
            <p:nvPr/>
          </p:nvSpPr>
          <p:spPr>
            <a:xfrm>
              <a:off x="1047404" y="1105385"/>
              <a:ext cx="108896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CR" sz="1400" b="1" dirty="0"/>
                <a:t>Table </a:t>
              </a:r>
              <a:r>
                <a:rPr lang="es-CR" sz="1400" b="1" dirty="0" err="1"/>
                <a:t>Name</a:t>
              </a:r>
              <a:endParaRPr lang="es-CR" sz="1400" b="1" dirty="0"/>
            </a:p>
          </p:txBody>
        </p:sp>
        <p:cxnSp>
          <p:nvCxnSpPr>
            <p:cNvPr id="13" name="Conector recto 12">
              <a:extLst>
                <a:ext uri="{FF2B5EF4-FFF2-40B4-BE49-F238E27FC236}">
                  <a16:creationId xmlns:a16="http://schemas.microsoft.com/office/drawing/2014/main" id="{3C2815FA-9137-4B41-B92D-2D602B06D8AC}"/>
                </a:ext>
              </a:extLst>
            </p:cNvPr>
            <p:cNvCxnSpPr/>
            <p:nvPr/>
          </p:nvCxnSpPr>
          <p:spPr>
            <a:xfrm>
              <a:off x="1047404" y="1379913"/>
              <a:ext cx="1088967" cy="0"/>
            </a:xfrm>
            <a:prstGeom prst="line">
              <a:avLst/>
            </a:prstGeom>
            <a:ln w="19050">
              <a:solidFill>
                <a:schemeClr val="accent5">
                  <a:lumMod val="75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4" name="CuadroTexto 13">
              <a:extLst>
                <a:ext uri="{FF2B5EF4-FFF2-40B4-BE49-F238E27FC236}">
                  <a16:creationId xmlns:a16="http://schemas.microsoft.com/office/drawing/2014/main" id="{8E690412-8D71-4820-A139-D83FACA40367}"/>
                </a:ext>
              </a:extLst>
            </p:cNvPr>
            <p:cNvSpPr txBox="1"/>
            <p:nvPr/>
          </p:nvSpPr>
          <p:spPr>
            <a:xfrm>
              <a:off x="1005838" y="1405060"/>
              <a:ext cx="11305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CR" sz="1200" dirty="0"/>
                <a:t>Table </a:t>
              </a:r>
              <a:r>
                <a:rPr lang="es-CR" sz="1200" dirty="0" err="1"/>
                <a:t>Name</a:t>
              </a:r>
              <a:endParaRPr lang="es-CR" sz="1200" dirty="0"/>
            </a:p>
          </p:txBody>
        </p:sp>
      </p:grpSp>
      <p:grpSp>
        <p:nvGrpSpPr>
          <p:cNvPr id="15" name="Grupo 14">
            <a:extLst>
              <a:ext uri="{FF2B5EF4-FFF2-40B4-BE49-F238E27FC236}">
                <a16:creationId xmlns:a16="http://schemas.microsoft.com/office/drawing/2014/main" id="{386D4D3C-8698-4765-9E93-DD652DE46A09}"/>
              </a:ext>
            </a:extLst>
          </p:cNvPr>
          <p:cNvGrpSpPr/>
          <p:nvPr/>
        </p:nvGrpSpPr>
        <p:grpSpPr>
          <a:xfrm>
            <a:off x="780507" y="3603660"/>
            <a:ext cx="1190491" cy="1632275"/>
            <a:chOff x="1005838" y="1105385"/>
            <a:chExt cx="1130533" cy="1869335"/>
          </a:xfrm>
        </p:grpSpPr>
        <p:sp>
          <p:nvSpPr>
            <p:cNvPr id="16" name="Rectángulo: esquinas superiores redondeadas 15">
              <a:extLst>
                <a:ext uri="{FF2B5EF4-FFF2-40B4-BE49-F238E27FC236}">
                  <a16:creationId xmlns:a16="http://schemas.microsoft.com/office/drawing/2014/main" id="{6519B458-0411-468D-B462-32F8A26D6B86}"/>
                </a:ext>
              </a:extLst>
            </p:cNvPr>
            <p:cNvSpPr/>
            <p:nvPr/>
          </p:nvSpPr>
          <p:spPr>
            <a:xfrm>
              <a:off x="1047404" y="1130531"/>
              <a:ext cx="1088967" cy="1753985"/>
            </a:xfrm>
            <a:prstGeom prst="round2SameRect">
              <a:avLst/>
            </a:prstGeom>
            <a:ln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CR"/>
            </a:p>
          </p:txBody>
        </p:sp>
        <p:sp>
          <p:nvSpPr>
            <p:cNvPr id="17" name="CuadroTexto 16">
              <a:extLst>
                <a:ext uri="{FF2B5EF4-FFF2-40B4-BE49-F238E27FC236}">
                  <a16:creationId xmlns:a16="http://schemas.microsoft.com/office/drawing/2014/main" id="{5A1F65A7-0FD6-4274-BB54-A41571B2E211}"/>
                </a:ext>
              </a:extLst>
            </p:cNvPr>
            <p:cNvSpPr txBox="1"/>
            <p:nvPr/>
          </p:nvSpPr>
          <p:spPr>
            <a:xfrm>
              <a:off x="1047404" y="1105385"/>
              <a:ext cx="108896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CR" sz="1400" b="1" dirty="0" err="1"/>
                <a:t>reviews</a:t>
              </a:r>
              <a:endParaRPr lang="es-CR" sz="1400" b="1" dirty="0"/>
            </a:p>
          </p:txBody>
        </p:sp>
        <p:cxnSp>
          <p:nvCxnSpPr>
            <p:cNvPr id="18" name="Conector recto 17">
              <a:extLst>
                <a:ext uri="{FF2B5EF4-FFF2-40B4-BE49-F238E27FC236}">
                  <a16:creationId xmlns:a16="http://schemas.microsoft.com/office/drawing/2014/main" id="{468A78BE-B527-4494-9CDA-CB86E14F1661}"/>
                </a:ext>
              </a:extLst>
            </p:cNvPr>
            <p:cNvCxnSpPr/>
            <p:nvPr/>
          </p:nvCxnSpPr>
          <p:spPr>
            <a:xfrm>
              <a:off x="1047404" y="1379913"/>
              <a:ext cx="1088967" cy="0"/>
            </a:xfrm>
            <a:prstGeom prst="line">
              <a:avLst/>
            </a:prstGeom>
            <a:ln w="19050">
              <a:solidFill>
                <a:schemeClr val="accent5">
                  <a:lumMod val="75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9" name="CuadroTexto 18">
              <a:extLst>
                <a:ext uri="{FF2B5EF4-FFF2-40B4-BE49-F238E27FC236}">
                  <a16:creationId xmlns:a16="http://schemas.microsoft.com/office/drawing/2014/main" id="{98B03ED7-A08C-4991-A362-BCFAAE77445F}"/>
                </a:ext>
              </a:extLst>
            </p:cNvPr>
            <p:cNvSpPr txBox="1"/>
            <p:nvPr/>
          </p:nvSpPr>
          <p:spPr>
            <a:xfrm>
              <a:off x="1005838" y="1405060"/>
              <a:ext cx="1130533" cy="15696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CR" sz="1200" dirty="0"/>
                <a:t>id</a:t>
              </a:r>
            </a:p>
            <a:p>
              <a:r>
                <a:rPr lang="es-CR" sz="1200" dirty="0" err="1"/>
                <a:t>reviewer_id</a:t>
              </a:r>
              <a:endParaRPr lang="es-CR" sz="1200" dirty="0"/>
            </a:p>
            <a:p>
              <a:r>
                <a:rPr lang="es-CR" sz="1200" dirty="0" err="1"/>
                <a:t>planner_id</a:t>
              </a:r>
              <a:endParaRPr lang="es-CR" sz="1200" dirty="0"/>
            </a:p>
            <a:p>
              <a:r>
                <a:rPr lang="es-CR" sz="1200" dirty="0"/>
                <a:t>rating</a:t>
              </a:r>
            </a:p>
            <a:p>
              <a:r>
                <a:rPr lang="es-CR" sz="1200" dirty="0" err="1"/>
                <a:t>comment</a:t>
              </a:r>
              <a:endParaRPr lang="es-CR" sz="1200" dirty="0"/>
            </a:p>
            <a:p>
              <a:r>
                <a:rPr lang="es-CR" sz="1200" dirty="0" err="1"/>
                <a:t>Created_at</a:t>
              </a:r>
              <a:endParaRPr lang="es-CR" sz="1200" dirty="0"/>
            </a:p>
            <a:p>
              <a:endParaRPr lang="es-CR" sz="1200" dirty="0"/>
            </a:p>
            <a:p>
              <a:endParaRPr lang="es-CR" sz="1200" dirty="0"/>
            </a:p>
          </p:txBody>
        </p:sp>
      </p:grpSp>
      <p:cxnSp>
        <p:nvCxnSpPr>
          <p:cNvPr id="25" name="Conector: angular 24">
            <a:extLst>
              <a:ext uri="{FF2B5EF4-FFF2-40B4-BE49-F238E27FC236}">
                <a16:creationId xmlns:a16="http://schemas.microsoft.com/office/drawing/2014/main" id="{5B3ABD85-6935-409C-890B-183336938BBD}"/>
              </a:ext>
            </a:extLst>
          </p:cNvPr>
          <p:cNvCxnSpPr>
            <a:cxnSpLocks/>
            <a:endCxn id="19" idx="1"/>
          </p:cNvCxnSpPr>
          <p:nvPr/>
        </p:nvCxnSpPr>
        <p:spPr>
          <a:xfrm rot="5400000">
            <a:off x="-143274" y="3431315"/>
            <a:ext cx="2043100" cy="195538"/>
          </a:xfrm>
          <a:prstGeom prst="bentConnector4">
            <a:avLst>
              <a:gd name="adj1" fmla="val 33229"/>
              <a:gd name="adj2" fmla="val 216908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CuadroTexto 25">
            <a:extLst>
              <a:ext uri="{FF2B5EF4-FFF2-40B4-BE49-F238E27FC236}">
                <a16:creationId xmlns:a16="http://schemas.microsoft.com/office/drawing/2014/main" id="{795101FA-4032-4E5C-B613-8F5FA597E4C8}"/>
              </a:ext>
            </a:extLst>
          </p:cNvPr>
          <p:cNvSpPr txBox="1"/>
          <p:nvPr/>
        </p:nvSpPr>
        <p:spPr>
          <a:xfrm>
            <a:off x="524195" y="4236752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R" b="1" dirty="0"/>
              <a:t>*</a:t>
            </a:r>
          </a:p>
        </p:txBody>
      </p:sp>
      <p:grpSp>
        <p:nvGrpSpPr>
          <p:cNvPr id="27" name="Grupo 26">
            <a:extLst>
              <a:ext uri="{FF2B5EF4-FFF2-40B4-BE49-F238E27FC236}">
                <a16:creationId xmlns:a16="http://schemas.microsoft.com/office/drawing/2014/main" id="{1FBA87F3-443A-4455-A61D-A57DED9F2604}"/>
              </a:ext>
            </a:extLst>
          </p:cNvPr>
          <p:cNvGrpSpPr/>
          <p:nvPr/>
        </p:nvGrpSpPr>
        <p:grpSpPr>
          <a:xfrm>
            <a:off x="2240535" y="3625617"/>
            <a:ext cx="1190491" cy="1417772"/>
            <a:chOff x="1005838" y="1130531"/>
            <a:chExt cx="1130533" cy="1806259"/>
          </a:xfrm>
        </p:grpSpPr>
        <p:sp>
          <p:nvSpPr>
            <p:cNvPr id="28" name="Rectángulo: esquinas superiores redondeadas 27">
              <a:extLst>
                <a:ext uri="{FF2B5EF4-FFF2-40B4-BE49-F238E27FC236}">
                  <a16:creationId xmlns:a16="http://schemas.microsoft.com/office/drawing/2014/main" id="{B61C1DAE-7F70-4F96-B286-B1DBDFB98194}"/>
                </a:ext>
              </a:extLst>
            </p:cNvPr>
            <p:cNvSpPr/>
            <p:nvPr/>
          </p:nvSpPr>
          <p:spPr>
            <a:xfrm>
              <a:off x="1047404" y="1130531"/>
              <a:ext cx="1088967" cy="1753985"/>
            </a:xfrm>
            <a:prstGeom prst="round2SameRect">
              <a:avLst/>
            </a:prstGeom>
            <a:ln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CR" dirty="0"/>
            </a:p>
          </p:txBody>
        </p:sp>
        <p:sp>
          <p:nvSpPr>
            <p:cNvPr id="29" name="CuadroTexto 28">
              <a:extLst>
                <a:ext uri="{FF2B5EF4-FFF2-40B4-BE49-F238E27FC236}">
                  <a16:creationId xmlns:a16="http://schemas.microsoft.com/office/drawing/2014/main" id="{6CE540AE-51C6-4646-B7C6-F60122139EFE}"/>
                </a:ext>
              </a:extLst>
            </p:cNvPr>
            <p:cNvSpPr txBox="1"/>
            <p:nvPr/>
          </p:nvSpPr>
          <p:spPr>
            <a:xfrm>
              <a:off x="1047404" y="1138297"/>
              <a:ext cx="1088967" cy="3524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CR" sz="1400" b="1" dirty="0" err="1"/>
                <a:t>social_link</a:t>
              </a:r>
              <a:endParaRPr lang="es-CR" sz="1400" b="1" dirty="0"/>
            </a:p>
          </p:txBody>
        </p:sp>
        <p:cxnSp>
          <p:nvCxnSpPr>
            <p:cNvPr id="30" name="Conector recto 29">
              <a:extLst>
                <a:ext uri="{FF2B5EF4-FFF2-40B4-BE49-F238E27FC236}">
                  <a16:creationId xmlns:a16="http://schemas.microsoft.com/office/drawing/2014/main" id="{9D666C9D-9340-44BC-BB29-57246A98F6DD}"/>
                </a:ext>
              </a:extLst>
            </p:cNvPr>
            <p:cNvCxnSpPr/>
            <p:nvPr/>
          </p:nvCxnSpPr>
          <p:spPr>
            <a:xfrm>
              <a:off x="1047404" y="1471537"/>
              <a:ext cx="1088967" cy="0"/>
            </a:xfrm>
            <a:prstGeom prst="line">
              <a:avLst/>
            </a:prstGeom>
            <a:ln w="19050">
              <a:solidFill>
                <a:schemeClr val="accent5">
                  <a:lumMod val="75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31" name="CuadroTexto 30">
              <a:extLst>
                <a:ext uri="{FF2B5EF4-FFF2-40B4-BE49-F238E27FC236}">
                  <a16:creationId xmlns:a16="http://schemas.microsoft.com/office/drawing/2014/main" id="{33F60093-71B8-4271-A220-844D4B7BBF60}"/>
                </a:ext>
              </a:extLst>
            </p:cNvPr>
            <p:cNvSpPr txBox="1"/>
            <p:nvPr/>
          </p:nvSpPr>
          <p:spPr>
            <a:xfrm>
              <a:off x="1005838" y="1562131"/>
              <a:ext cx="1130533" cy="137465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CR" sz="1200" dirty="0"/>
                <a:t>id</a:t>
              </a:r>
            </a:p>
            <a:p>
              <a:r>
                <a:rPr lang="es-CR" sz="1200" dirty="0" err="1"/>
                <a:t>user_id</a:t>
              </a:r>
              <a:endParaRPr lang="es-CR" sz="1200" dirty="0"/>
            </a:p>
            <a:p>
              <a:r>
                <a:rPr lang="es-CR" sz="1200" dirty="0" err="1"/>
                <a:t>type</a:t>
              </a:r>
              <a:endParaRPr lang="es-CR" sz="1200" dirty="0"/>
            </a:p>
            <a:p>
              <a:r>
                <a:rPr lang="es-CR" sz="1200" dirty="0"/>
                <a:t>link</a:t>
              </a:r>
            </a:p>
            <a:p>
              <a:endParaRPr lang="es-CR" sz="1200" dirty="0"/>
            </a:p>
            <a:p>
              <a:endParaRPr lang="es-CR" sz="1200" dirty="0"/>
            </a:p>
          </p:txBody>
        </p:sp>
      </p:grpSp>
      <p:cxnSp>
        <p:nvCxnSpPr>
          <p:cNvPr id="35" name="Conector: angular 34">
            <a:extLst>
              <a:ext uri="{FF2B5EF4-FFF2-40B4-BE49-F238E27FC236}">
                <a16:creationId xmlns:a16="http://schemas.microsoft.com/office/drawing/2014/main" id="{AE67B2CA-BCE5-4E25-B908-BE65187C1476}"/>
              </a:ext>
            </a:extLst>
          </p:cNvPr>
          <p:cNvCxnSpPr>
            <a:endCxn id="29" idx="0"/>
          </p:cNvCxnSpPr>
          <p:nvPr/>
        </p:nvCxnSpPr>
        <p:spPr>
          <a:xfrm>
            <a:off x="1181528" y="2452084"/>
            <a:ext cx="1676138" cy="1179629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CuadroTexto 35">
            <a:extLst>
              <a:ext uri="{FF2B5EF4-FFF2-40B4-BE49-F238E27FC236}">
                <a16:creationId xmlns:a16="http://schemas.microsoft.com/office/drawing/2014/main" id="{59D63FF5-FF3D-44E4-8E89-137D05575380}"/>
              </a:ext>
            </a:extLst>
          </p:cNvPr>
          <p:cNvSpPr txBox="1"/>
          <p:nvPr/>
        </p:nvSpPr>
        <p:spPr>
          <a:xfrm>
            <a:off x="2834462" y="3298398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R" b="1" dirty="0"/>
              <a:t>*</a:t>
            </a:r>
          </a:p>
        </p:txBody>
      </p:sp>
      <p:grpSp>
        <p:nvGrpSpPr>
          <p:cNvPr id="51" name="Grupo 50">
            <a:extLst>
              <a:ext uri="{FF2B5EF4-FFF2-40B4-BE49-F238E27FC236}">
                <a16:creationId xmlns:a16="http://schemas.microsoft.com/office/drawing/2014/main" id="{B410DCCF-1EAC-456F-813D-3663A67EF3F0}"/>
              </a:ext>
            </a:extLst>
          </p:cNvPr>
          <p:cNvGrpSpPr/>
          <p:nvPr/>
        </p:nvGrpSpPr>
        <p:grpSpPr>
          <a:xfrm>
            <a:off x="6775087" y="112184"/>
            <a:ext cx="1512859" cy="2681806"/>
            <a:chOff x="5569007" y="1090931"/>
            <a:chExt cx="1512859" cy="2681806"/>
          </a:xfrm>
        </p:grpSpPr>
        <p:sp>
          <p:nvSpPr>
            <p:cNvPr id="47" name="Rectángulo: esquinas superiores redondeadas 46">
              <a:extLst>
                <a:ext uri="{FF2B5EF4-FFF2-40B4-BE49-F238E27FC236}">
                  <a16:creationId xmlns:a16="http://schemas.microsoft.com/office/drawing/2014/main" id="{F8FD1079-F32C-46EC-9529-8FDDB1D9ACF3}"/>
                </a:ext>
              </a:extLst>
            </p:cNvPr>
            <p:cNvSpPr/>
            <p:nvPr/>
          </p:nvSpPr>
          <p:spPr>
            <a:xfrm>
              <a:off x="5624629" y="1128835"/>
              <a:ext cx="1457236" cy="2643902"/>
            </a:xfrm>
            <a:prstGeom prst="round2SameRect">
              <a:avLst/>
            </a:prstGeom>
            <a:ln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CR" dirty="0"/>
            </a:p>
          </p:txBody>
        </p:sp>
        <p:sp>
          <p:nvSpPr>
            <p:cNvPr id="48" name="CuadroTexto 47">
              <a:extLst>
                <a:ext uri="{FF2B5EF4-FFF2-40B4-BE49-F238E27FC236}">
                  <a16:creationId xmlns:a16="http://schemas.microsoft.com/office/drawing/2014/main" id="{A09FC636-25A1-4ACE-9665-56BBCD989AD9}"/>
                </a:ext>
              </a:extLst>
            </p:cNvPr>
            <p:cNvSpPr txBox="1"/>
            <p:nvPr/>
          </p:nvSpPr>
          <p:spPr>
            <a:xfrm>
              <a:off x="5624629" y="1090931"/>
              <a:ext cx="1457236" cy="46393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CR" sz="1400" b="1" dirty="0" err="1"/>
                <a:t>events</a:t>
              </a:r>
              <a:endParaRPr lang="es-CR" sz="1400" b="1" dirty="0"/>
            </a:p>
          </p:txBody>
        </p:sp>
        <p:cxnSp>
          <p:nvCxnSpPr>
            <p:cNvPr id="49" name="Conector recto 48">
              <a:extLst>
                <a:ext uri="{FF2B5EF4-FFF2-40B4-BE49-F238E27FC236}">
                  <a16:creationId xmlns:a16="http://schemas.microsoft.com/office/drawing/2014/main" id="{65DD2959-51DE-475E-974B-981B93A4B9F4}"/>
                </a:ext>
              </a:extLst>
            </p:cNvPr>
            <p:cNvCxnSpPr/>
            <p:nvPr/>
          </p:nvCxnSpPr>
          <p:spPr>
            <a:xfrm>
              <a:off x="5624629" y="1504746"/>
              <a:ext cx="1457236" cy="0"/>
            </a:xfrm>
            <a:prstGeom prst="line">
              <a:avLst/>
            </a:prstGeom>
            <a:ln w="19050">
              <a:solidFill>
                <a:schemeClr val="accent5">
                  <a:lumMod val="75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0" name="CuadroTexto 49">
              <a:extLst>
                <a:ext uri="{FF2B5EF4-FFF2-40B4-BE49-F238E27FC236}">
                  <a16:creationId xmlns:a16="http://schemas.microsoft.com/office/drawing/2014/main" id="{D3DDC89B-FB35-451A-9606-D52AA4C51D3A}"/>
                </a:ext>
              </a:extLst>
            </p:cNvPr>
            <p:cNvSpPr txBox="1"/>
            <p:nvPr/>
          </p:nvSpPr>
          <p:spPr>
            <a:xfrm>
              <a:off x="5569007" y="1542652"/>
              <a:ext cx="1512859" cy="212365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CR" sz="1200" dirty="0"/>
                <a:t>id</a:t>
              </a:r>
            </a:p>
            <a:p>
              <a:r>
                <a:rPr lang="es-CR" sz="1200" dirty="0" err="1"/>
                <a:t>title</a:t>
              </a:r>
              <a:endParaRPr lang="es-CR" sz="1200" dirty="0"/>
            </a:p>
            <a:p>
              <a:r>
                <a:rPr lang="es-CR" sz="1200" dirty="0" err="1"/>
                <a:t>description</a:t>
              </a:r>
              <a:endParaRPr lang="es-CR" sz="1200" dirty="0"/>
            </a:p>
            <a:p>
              <a:r>
                <a:rPr lang="es-CR" sz="1200" dirty="0" err="1"/>
                <a:t>location_id</a:t>
              </a:r>
              <a:endParaRPr lang="es-CR" sz="1200" dirty="0"/>
            </a:p>
            <a:p>
              <a:r>
                <a:rPr lang="es-CR" sz="1200" dirty="0" err="1"/>
                <a:t>start_time</a:t>
              </a:r>
              <a:endParaRPr lang="es-CR" sz="1200" dirty="0"/>
            </a:p>
            <a:p>
              <a:r>
                <a:rPr lang="es-CR" sz="1200" dirty="0" err="1"/>
                <a:t>end_time</a:t>
              </a:r>
              <a:endParaRPr lang="es-CR" sz="1200" dirty="0"/>
            </a:p>
            <a:p>
              <a:r>
                <a:rPr lang="es-CR" sz="1200" dirty="0" err="1"/>
                <a:t>is_recurring</a:t>
              </a:r>
              <a:endParaRPr lang="es-CR" sz="1200" dirty="0"/>
            </a:p>
            <a:p>
              <a:r>
                <a:rPr lang="es-CR" sz="1200" dirty="0" err="1"/>
                <a:t>recurrence_rule</a:t>
              </a:r>
              <a:endParaRPr lang="es-CR" sz="1200" dirty="0"/>
            </a:p>
            <a:p>
              <a:r>
                <a:rPr lang="es-CR" sz="1200" dirty="0" err="1"/>
                <a:t>created_by</a:t>
              </a:r>
              <a:endParaRPr lang="es-CR" sz="1200" dirty="0"/>
            </a:p>
            <a:p>
              <a:r>
                <a:rPr lang="es-CR" sz="1200" dirty="0"/>
                <a:t>status</a:t>
              </a:r>
            </a:p>
            <a:p>
              <a:r>
                <a:rPr lang="es-CR" sz="1200" dirty="0" err="1"/>
                <a:t>editted_at</a:t>
              </a:r>
              <a:endParaRPr lang="es-CR" sz="1200" dirty="0"/>
            </a:p>
          </p:txBody>
        </p:sp>
      </p:grpSp>
      <p:cxnSp>
        <p:nvCxnSpPr>
          <p:cNvPr id="53" name="Conector recto de flecha 52">
            <a:extLst>
              <a:ext uri="{FF2B5EF4-FFF2-40B4-BE49-F238E27FC236}">
                <a16:creationId xmlns:a16="http://schemas.microsoft.com/office/drawing/2014/main" id="{90431FE5-6453-421E-AE4A-5049B07607EC}"/>
              </a:ext>
            </a:extLst>
          </p:cNvPr>
          <p:cNvCxnSpPr>
            <a:cxnSpLocks/>
          </p:cNvCxnSpPr>
          <p:nvPr/>
        </p:nvCxnSpPr>
        <p:spPr>
          <a:xfrm>
            <a:off x="2239676" y="1100270"/>
            <a:ext cx="453541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CuadroTexto 54">
            <a:extLst>
              <a:ext uri="{FF2B5EF4-FFF2-40B4-BE49-F238E27FC236}">
                <a16:creationId xmlns:a16="http://schemas.microsoft.com/office/drawing/2014/main" id="{FF6A1889-A55B-479C-9195-725D9A263014}"/>
              </a:ext>
            </a:extLst>
          </p:cNvPr>
          <p:cNvSpPr txBox="1"/>
          <p:nvPr/>
        </p:nvSpPr>
        <p:spPr>
          <a:xfrm>
            <a:off x="6475004" y="708696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R" b="1" dirty="0"/>
              <a:t>*</a:t>
            </a:r>
          </a:p>
        </p:txBody>
      </p:sp>
      <p:grpSp>
        <p:nvGrpSpPr>
          <p:cNvPr id="56" name="Grupo 55">
            <a:extLst>
              <a:ext uri="{FF2B5EF4-FFF2-40B4-BE49-F238E27FC236}">
                <a16:creationId xmlns:a16="http://schemas.microsoft.com/office/drawing/2014/main" id="{910E5C4B-8BA1-4C5A-A35F-51BD68401085}"/>
              </a:ext>
            </a:extLst>
          </p:cNvPr>
          <p:cNvGrpSpPr/>
          <p:nvPr/>
        </p:nvGrpSpPr>
        <p:grpSpPr>
          <a:xfrm>
            <a:off x="5209653" y="3603660"/>
            <a:ext cx="1190491" cy="2238667"/>
            <a:chOff x="1005838" y="1105385"/>
            <a:chExt cx="1130533" cy="2238667"/>
          </a:xfrm>
        </p:grpSpPr>
        <p:sp>
          <p:nvSpPr>
            <p:cNvPr id="57" name="Rectángulo: esquinas superiores redondeadas 56">
              <a:extLst>
                <a:ext uri="{FF2B5EF4-FFF2-40B4-BE49-F238E27FC236}">
                  <a16:creationId xmlns:a16="http://schemas.microsoft.com/office/drawing/2014/main" id="{95DA4814-BC32-4086-9E3A-5557B330F5F1}"/>
                </a:ext>
              </a:extLst>
            </p:cNvPr>
            <p:cNvSpPr/>
            <p:nvPr/>
          </p:nvSpPr>
          <p:spPr>
            <a:xfrm>
              <a:off x="1047404" y="1130531"/>
              <a:ext cx="1088967" cy="1753985"/>
            </a:xfrm>
            <a:prstGeom prst="round2SameRect">
              <a:avLst/>
            </a:prstGeom>
            <a:ln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CR"/>
            </a:p>
          </p:txBody>
        </p:sp>
        <p:sp>
          <p:nvSpPr>
            <p:cNvPr id="58" name="CuadroTexto 57">
              <a:extLst>
                <a:ext uri="{FF2B5EF4-FFF2-40B4-BE49-F238E27FC236}">
                  <a16:creationId xmlns:a16="http://schemas.microsoft.com/office/drawing/2014/main" id="{79A6A162-5FAE-42D0-A415-9E3B8E818DCA}"/>
                </a:ext>
              </a:extLst>
            </p:cNvPr>
            <p:cNvSpPr txBox="1"/>
            <p:nvPr/>
          </p:nvSpPr>
          <p:spPr>
            <a:xfrm>
              <a:off x="1047404" y="1105385"/>
              <a:ext cx="108896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CR" sz="1400" b="1" dirty="0" err="1"/>
                <a:t>assists</a:t>
              </a:r>
              <a:endParaRPr lang="es-CR" sz="1400" b="1" dirty="0"/>
            </a:p>
          </p:txBody>
        </p:sp>
        <p:cxnSp>
          <p:nvCxnSpPr>
            <p:cNvPr id="59" name="Conector recto 58">
              <a:extLst>
                <a:ext uri="{FF2B5EF4-FFF2-40B4-BE49-F238E27FC236}">
                  <a16:creationId xmlns:a16="http://schemas.microsoft.com/office/drawing/2014/main" id="{D2BAE588-3F00-4804-B48B-38F44F34D595}"/>
                </a:ext>
              </a:extLst>
            </p:cNvPr>
            <p:cNvCxnSpPr/>
            <p:nvPr/>
          </p:nvCxnSpPr>
          <p:spPr>
            <a:xfrm>
              <a:off x="1047404" y="1379913"/>
              <a:ext cx="1088967" cy="0"/>
            </a:xfrm>
            <a:prstGeom prst="line">
              <a:avLst/>
            </a:prstGeom>
            <a:ln w="19050">
              <a:solidFill>
                <a:schemeClr val="accent5">
                  <a:lumMod val="75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60" name="CuadroTexto 59">
              <a:extLst>
                <a:ext uri="{FF2B5EF4-FFF2-40B4-BE49-F238E27FC236}">
                  <a16:creationId xmlns:a16="http://schemas.microsoft.com/office/drawing/2014/main" id="{7ED68A1C-D54A-4824-AB4A-B5E7918EFF85}"/>
                </a:ext>
              </a:extLst>
            </p:cNvPr>
            <p:cNvSpPr txBox="1"/>
            <p:nvPr/>
          </p:nvSpPr>
          <p:spPr>
            <a:xfrm>
              <a:off x="1005838" y="1405060"/>
              <a:ext cx="1130533" cy="193899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CR" sz="1200" dirty="0"/>
                <a:t>id</a:t>
              </a:r>
            </a:p>
            <a:p>
              <a:r>
                <a:rPr lang="es-CR" sz="1200" dirty="0" err="1"/>
                <a:t>user_id</a:t>
              </a:r>
              <a:endParaRPr lang="es-CR" sz="1200" dirty="0"/>
            </a:p>
            <a:p>
              <a:r>
                <a:rPr lang="es-CR" sz="1200" dirty="0" err="1"/>
                <a:t>event_id</a:t>
              </a:r>
              <a:endParaRPr lang="es-CR" sz="1200" dirty="0"/>
            </a:p>
            <a:p>
              <a:r>
                <a:rPr lang="es-CR" sz="1200" dirty="0" err="1"/>
                <a:t>created_at</a:t>
              </a:r>
              <a:endParaRPr lang="es-CR" sz="1200" dirty="0"/>
            </a:p>
            <a:p>
              <a:endParaRPr lang="es-CR" sz="1200" dirty="0"/>
            </a:p>
            <a:p>
              <a:endParaRPr lang="es-CR" sz="1200" dirty="0"/>
            </a:p>
            <a:p>
              <a:endParaRPr lang="es-CR" sz="1200" dirty="0"/>
            </a:p>
            <a:p>
              <a:endParaRPr lang="es-CR" sz="1200" dirty="0"/>
            </a:p>
            <a:p>
              <a:endParaRPr lang="es-CR" sz="1200" dirty="0"/>
            </a:p>
            <a:p>
              <a:endParaRPr lang="es-CR" sz="1200" dirty="0"/>
            </a:p>
          </p:txBody>
        </p:sp>
      </p:grpSp>
      <p:cxnSp>
        <p:nvCxnSpPr>
          <p:cNvPr id="62" name="Conector: angular 61">
            <a:extLst>
              <a:ext uri="{FF2B5EF4-FFF2-40B4-BE49-F238E27FC236}">
                <a16:creationId xmlns:a16="http://schemas.microsoft.com/office/drawing/2014/main" id="{99D3E49F-1353-4CEB-B0D9-C6E65316B9F9}"/>
              </a:ext>
            </a:extLst>
          </p:cNvPr>
          <p:cNvCxnSpPr>
            <a:cxnSpLocks/>
          </p:cNvCxnSpPr>
          <p:nvPr/>
        </p:nvCxnSpPr>
        <p:spPr>
          <a:xfrm>
            <a:off x="2243209" y="1442736"/>
            <a:ext cx="3542479" cy="2160924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8" name="Grupo 77">
            <a:extLst>
              <a:ext uri="{FF2B5EF4-FFF2-40B4-BE49-F238E27FC236}">
                <a16:creationId xmlns:a16="http://schemas.microsoft.com/office/drawing/2014/main" id="{8EC5E8D1-7F92-40F4-BE46-FB8EA198747A}"/>
              </a:ext>
            </a:extLst>
          </p:cNvPr>
          <p:cNvGrpSpPr/>
          <p:nvPr/>
        </p:nvGrpSpPr>
        <p:grpSpPr>
          <a:xfrm>
            <a:off x="6475005" y="2793990"/>
            <a:ext cx="573067" cy="1371275"/>
            <a:chOff x="6475005" y="2793990"/>
            <a:chExt cx="573067" cy="1371275"/>
          </a:xfrm>
        </p:grpSpPr>
        <p:cxnSp>
          <p:nvCxnSpPr>
            <p:cNvPr id="73" name="Conector recto de flecha 72">
              <a:extLst>
                <a:ext uri="{FF2B5EF4-FFF2-40B4-BE49-F238E27FC236}">
                  <a16:creationId xmlns:a16="http://schemas.microsoft.com/office/drawing/2014/main" id="{133C2FD0-CAFA-4BEE-8304-6EFB8E5FE05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475005" y="4165265"/>
              <a:ext cx="573067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Conector recto 76">
              <a:extLst>
                <a:ext uri="{FF2B5EF4-FFF2-40B4-BE49-F238E27FC236}">
                  <a16:creationId xmlns:a16="http://schemas.microsoft.com/office/drawing/2014/main" id="{7DCB4A50-2B0D-4022-BFD3-206700F794C2}"/>
                </a:ext>
              </a:extLst>
            </p:cNvPr>
            <p:cNvCxnSpPr/>
            <p:nvPr/>
          </p:nvCxnSpPr>
          <p:spPr>
            <a:xfrm flipV="1">
              <a:off x="7048072" y="2793990"/>
              <a:ext cx="0" cy="1367044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9" name="CuadroTexto 78">
            <a:extLst>
              <a:ext uri="{FF2B5EF4-FFF2-40B4-BE49-F238E27FC236}">
                <a16:creationId xmlns:a16="http://schemas.microsoft.com/office/drawing/2014/main" id="{46D6A2A2-B2E1-4D86-964C-3F12ABE59E7B}"/>
              </a:ext>
            </a:extLst>
          </p:cNvPr>
          <p:cNvSpPr txBox="1"/>
          <p:nvPr/>
        </p:nvSpPr>
        <p:spPr>
          <a:xfrm>
            <a:off x="6434523" y="3804393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R" b="1" dirty="0"/>
              <a:t>*</a:t>
            </a:r>
          </a:p>
        </p:txBody>
      </p:sp>
      <p:sp>
        <p:nvSpPr>
          <p:cNvPr id="80" name="CuadroTexto 79">
            <a:extLst>
              <a:ext uri="{FF2B5EF4-FFF2-40B4-BE49-F238E27FC236}">
                <a16:creationId xmlns:a16="http://schemas.microsoft.com/office/drawing/2014/main" id="{2969DB1A-E960-4099-BB88-D8ABC936D773}"/>
              </a:ext>
            </a:extLst>
          </p:cNvPr>
          <p:cNvSpPr txBox="1"/>
          <p:nvPr/>
        </p:nvSpPr>
        <p:spPr>
          <a:xfrm>
            <a:off x="5765674" y="3278855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R" b="1" dirty="0"/>
              <a:t>*</a:t>
            </a:r>
          </a:p>
        </p:txBody>
      </p:sp>
      <p:grpSp>
        <p:nvGrpSpPr>
          <p:cNvPr id="81" name="Grupo 80">
            <a:extLst>
              <a:ext uri="{FF2B5EF4-FFF2-40B4-BE49-F238E27FC236}">
                <a16:creationId xmlns:a16="http://schemas.microsoft.com/office/drawing/2014/main" id="{7761CA1A-43B4-482E-82B1-ACD06CF61093}"/>
              </a:ext>
            </a:extLst>
          </p:cNvPr>
          <p:cNvGrpSpPr/>
          <p:nvPr/>
        </p:nvGrpSpPr>
        <p:grpSpPr>
          <a:xfrm>
            <a:off x="5209652" y="5439779"/>
            <a:ext cx="1190491" cy="2214234"/>
            <a:chOff x="1005838" y="1105385"/>
            <a:chExt cx="1130533" cy="2996422"/>
          </a:xfrm>
        </p:grpSpPr>
        <p:sp>
          <p:nvSpPr>
            <p:cNvPr id="82" name="Rectángulo: esquinas superiores redondeadas 81">
              <a:extLst>
                <a:ext uri="{FF2B5EF4-FFF2-40B4-BE49-F238E27FC236}">
                  <a16:creationId xmlns:a16="http://schemas.microsoft.com/office/drawing/2014/main" id="{E63C5841-667F-4ED5-B814-8B5A6C2F0A90}"/>
                </a:ext>
              </a:extLst>
            </p:cNvPr>
            <p:cNvSpPr/>
            <p:nvPr/>
          </p:nvSpPr>
          <p:spPr>
            <a:xfrm>
              <a:off x="1047404" y="1130531"/>
              <a:ext cx="1088967" cy="1753985"/>
            </a:xfrm>
            <a:prstGeom prst="round2SameRect">
              <a:avLst/>
            </a:prstGeom>
            <a:ln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CR"/>
            </a:p>
          </p:txBody>
        </p:sp>
        <p:sp>
          <p:nvSpPr>
            <p:cNvPr id="83" name="CuadroTexto 82">
              <a:extLst>
                <a:ext uri="{FF2B5EF4-FFF2-40B4-BE49-F238E27FC236}">
                  <a16:creationId xmlns:a16="http://schemas.microsoft.com/office/drawing/2014/main" id="{1C4E7F69-9DA9-42E6-AFCA-D4FAED5AB138}"/>
                </a:ext>
              </a:extLst>
            </p:cNvPr>
            <p:cNvSpPr txBox="1"/>
            <p:nvPr/>
          </p:nvSpPr>
          <p:spPr>
            <a:xfrm>
              <a:off x="1018134" y="1105385"/>
              <a:ext cx="1088967" cy="30777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CR" sz="1400" b="1" dirty="0" err="1"/>
                <a:t>categories</a:t>
              </a:r>
              <a:endParaRPr lang="es-CR" sz="1400" b="1" dirty="0"/>
            </a:p>
          </p:txBody>
        </p:sp>
        <p:cxnSp>
          <p:nvCxnSpPr>
            <p:cNvPr id="84" name="Conector recto 83">
              <a:extLst>
                <a:ext uri="{FF2B5EF4-FFF2-40B4-BE49-F238E27FC236}">
                  <a16:creationId xmlns:a16="http://schemas.microsoft.com/office/drawing/2014/main" id="{17E1C523-D7EA-4FD7-AF75-3DCFE492EEDD}"/>
                </a:ext>
              </a:extLst>
            </p:cNvPr>
            <p:cNvCxnSpPr/>
            <p:nvPr/>
          </p:nvCxnSpPr>
          <p:spPr>
            <a:xfrm>
              <a:off x="1047404" y="1671670"/>
              <a:ext cx="1088967" cy="0"/>
            </a:xfrm>
            <a:prstGeom prst="line">
              <a:avLst/>
            </a:prstGeom>
            <a:ln w="19050">
              <a:solidFill>
                <a:schemeClr val="accent5">
                  <a:lumMod val="75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85" name="CuadroTexto 84">
              <a:extLst>
                <a:ext uri="{FF2B5EF4-FFF2-40B4-BE49-F238E27FC236}">
                  <a16:creationId xmlns:a16="http://schemas.microsoft.com/office/drawing/2014/main" id="{65AB0D2B-0946-4A4A-8548-BBAB73F90E74}"/>
                </a:ext>
              </a:extLst>
            </p:cNvPr>
            <p:cNvSpPr txBox="1"/>
            <p:nvPr/>
          </p:nvSpPr>
          <p:spPr>
            <a:xfrm>
              <a:off x="1005838" y="1727758"/>
              <a:ext cx="1130533" cy="23740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CR" sz="1200" dirty="0"/>
                <a:t>Id</a:t>
              </a:r>
            </a:p>
            <a:p>
              <a:r>
                <a:rPr lang="es-CR" sz="1200" dirty="0" err="1"/>
                <a:t>name</a:t>
              </a:r>
              <a:endParaRPr lang="es-CR" sz="1200" dirty="0"/>
            </a:p>
            <a:p>
              <a:r>
                <a:rPr lang="es-CR" sz="1200" dirty="0" err="1"/>
                <a:t>description</a:t>
              </a:r>
              <a:endParaRPr lang="es-CR" sz="1200" dirty="0"/>
            </a:p>
            <a:p>
              <a:r>
                <a:rPr lang="es-CR" sz="1200" dirty="0" err="1"/>
                <a:t>parent</a:t>
              </a:r>
              <a:endParaRPr lang="es-CR" sz="1200" dirty="0"/>
            </a:p>
            <a:p>
              <a:endParaRPr lang="es-CR" sz="1200" dirty="0"/>
            </a:p>
            <a:p>
              <a:endParaRPr lang="es-CR" sz="1200" dirty="0"/>
            </a:p>
            <a:p>
              <a:endParaRPr lang="es-CR" sz="1200" dirty="0"/>
            </a:p>
            <a:p>
              <a:endParaRPr lang="es-CR" sz="1200" dirty="0"/>
            </a:p>
            <a:p>
              <a:endParaRPr lang="es-CR" sz="1200" dirty="0"/>
            </a:p>
          </p:txBody>
        </p:sp>
      </p:grpSp>
      <p:grpSp>
        <p:nvGrpSpPr>
          <p:cNvPr id="86" name="Grupo 85">
            <a:extLst>
              <a:ext uri="{FF2B5EF4-FFF2-40B4-BE49-F238E27FC236}">
                <a16:creationId xmlns:a16="http://schemas.microsoft.com/office/drawing/2014/main" id="{00122E84-4298-4489-9E67-0B765F75C53A}"/>
              </a:ext>
            </a:extLst>
          </p:cNvPr>
          <p:cNvGrpSpPr/>
          <p:nvPr/>
        </p:nvGrpSpPr>
        <p:grpSpPr>
          <a:xfrm>
            <a:off x="7048072" y="4446457"/>
            <a:ext cx="1457232" cy="938054"/>
            <a:chOff x="1005838" y="1105385"/>
            <a:chExt cx="1130533" cy="1779131"/>
          </a:xfrm>
        </p:grpSpPr>
        <p:sp>
          <p:nvSpPr>
            <p:cNvPr id="87" name="Rectángulo: esquinas superiores redondeadas 86">
              <a:extLst>
                <a:ext uri="{FF2B5EF4-FFF2-40B4-BE49-F238E27FC236}">
                  <a16:creationId xmlns:a16="http://schemas.microsoft.com/office/drawing/2014/main" id="{3480FDFB-A643-4B8C-A88F-39DC931C9D1E}"/>
                </a:ext>
              </a:extLst>
            </p:cNvPr>
            <p:cNvSpPr/>
            <p:nvPr/>
          </p:nvSpPr>
          <p:spPr>
            <a:xfrm>
              <a:off x="1047404" y="1130531"/>
              <a:ext cx="1088967" cy="1753985"/>
            </a:xfrm>
            <a:prstGeom prst="round2SameRect">
              <a:avLst/>
            </a:prstGeom>
            <a:ln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CR"/>
            </a:p>
          </p:txBody>
        </p:sp>
        <p:sp>
          <p:nvSpPr>
            <p:cNvPr id="88" name="CuadroTexto 87">
              <a:extLst>
                <a:ext uri="{FF2B5EF4-FFF2-40B4-BE49-F238E27FC236}">
                  <a16:creationId xmlns:a16="http://schemas.microsoft.com/office/drawing/2014/main" id="{3EE0B1AC-43CC-4FC6-A76D-8F6A46CC77CC}"/>
                </a:ext>
              </a:extLst>
            </p:cNvPr>
            <p:cNvSpPr txBox="1"/>
            <p:nvPr/>
          </p:nvSpPr>
          <p:spPr>
            <a:xfrm>
              <a:off x="1047404" y="1105385"/>
              <a:ext cx="1088967" cy="58373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CR" sz="1400" b="1" dirty="0" err="1"/>
                <a:t>event_category</a:t>
              </a:r>
              <a:endParaRPr lang="es-CR" sz="1400" b="1" dirty="0"/>
            </a:p>
          </p:txBody>
        </p:sp>
        <p:cxnSp>
          <p:nvCxnSpPr>
            <p:cNvPr id="89" name="Conector recto 88">
              <a:extLst>
                <a:ext uri="{FF2B5EF4-FFF2-40B4-BE49-F238E27FC236}">
                  <a16:creationId xmlns:a16="http://schemas.microsoft.com/office/drawing/2014/main" id="{065F08C2-6820-48F3-B1B3-6FDDF8D058FC}"/>
                </a:ext>
              </a:extLst>
            </p:cNvPr>
            <p:cNvCxnSpPr/>
            <p:nvPr/>
          </p:nvCxnSpPr>
          <p:spPr>
            <a:xfrm>
              <a:off x="1047404" y="1769636"/>
              <a:ext cx="1088967" cy="0"/>
            </a:xfrm>
            <a:prstGeom prst="line">
              <a:avLst/>
            </a:prstGeom>
            <a:ln w="19050">
              <a:solidFill>
                <a:schemeClr val="accent5">
                  <a:lumMod val="75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90" name="CuadroTexto 89">
              <a:extLst>
                <a:ext uri="{FF2B5EF4-FFF2-40B4-BE49-F238E27FC236}">
                  <a16:creationId xmlns:a16="http://schemas.microsoft.com/office/drawing/2014/main" id="{649A083D-05F1-4D8E-AB07-B018305D4EDA}"/>
                </a:ext>
              </a:extLst>
            </p:cNvPr>
            <p:cNvSpPr txBox="1"/>
            <p:nvPr/>
          </p:nvSpPr>
          <p:spPr>
            <a:xfrm>
              <a:off x="1005838" y="1719453"/>
              <a:ext cx="1130533" cy="830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CR" sz="1200" dirty="0"/>
                <a:t>id</a:t>
              </a:r>
            </a:p>
            <a:p>
              <a:r>
                <a:rPr lang="es-CR" sz="1200" dirty="0" err="1"/>
                <a:t>category_id</a:t>
              </a:r>
              <a:endParaRPr lang="es-CR" sz="1200" dirty="0"/>
            </a:p>
            <a:p>
              <a:r>
                <a:rPr lang="es-CR" sz="1200" dirty="0" err="1"/>
                <a:t>event_id</a:t>
              </a:r>
              <a:endParaRPr lang="es-CR" sz="1200" dirty="0"/>
            </a:p>
            <a:p>
              <a:endParaRPr lang="es-CR" sz="1200" dirty="0"/>
            </a:p>
          </p:txBody>
        </p:sp>
      </p:grpSp>
      <p:cxnSp>
        <p:nvCxnSpPr>
          <p:cNvPr id="92" name="Conector recto de flecha 91">
            <a:extLst>
              <a:ext uri="{FF2B5EF4-FFF2-40B4-BE49-F238E27FC236}">
                <a16:creationId xmlns:a16="http://schemas.microsoft.com/office/drawing/2014/main" id="{DA260573-9078-4097-B22A-6E8F196E1EC6}"/>
              </a:ext>
            </a:extLst>
          </p:cNvPr>
          <p:cNvCxnSpPr>
            <a:cxnSpLocks/>
          </p:cNvCxnSpPr>
          <p:nvPr/>
        </p:nvCxnSpPr>
        <p:spPr>
          <a:xfrm>
            <a:off x="7445165" y="2793990"/>
            <a:ext cx="0" cy="16274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" name="CuadroTexto 93">
            <a:extLst>
              <a:ext uri="{FF2B5EF4-FFF2-40B4-BE49-F238E27FC236}">
                <a16:creationId xmlns:a16="http://schemas.microsoft.com/office/drawing/2014/main" id="{ADA7A9B9-FF9C-45DB-AE1A-AFE21A100B04}"/>
              </a:ext>
            </a:extLst>
          </p:cNvPr>
          <p:cNvSpPr txBox="1"/>
          <p:nvPr/>
        </p:nvSpPr>
        <p:spPr>
          <a:xfrm>
            <a:off x="7489994" y="4127242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R" b="1" dirty="0"/>
              <a:t>*</a:t>
            </a:r>
          </a:p>
        </p:txBody>
      </p:sp>
      <p:cxnSp>
        <p:nvCxnSpPr>
          <p:cNvPr id="105" name="Conector: angular 104">
            <a:extLst>
              <a:ext uri="{FF2B5EF4-FFF2-40B4-BE49-F238E27FC236}">
                <a16:creationId xmlns:a16="http://schemas.microsoft.com/office/drawing/2014/main" id="{6B07396C-066D-46AD-BE1F-EB814E777EEE}"/>
              </a:ext>
            </a:extLst>
          </p:cNvPr>
          <p:cNvCxnSpPr/>
          <p:nvPr/>
        </p:nvCxnSpPr>
        <p:spPr>
          <a:xfrm rot="10800000" flipV="1">
            <a:off x="6434524" y="5382790"/>
            <a:ext cx="1661513" cy="1036651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" name="CuadroTexto 105">
            <a:extLst>
              <a:ext uri="{FF2B5EF4-FFF2-40B4-BE49-F238E27FC236}">
                <a16:creationId xmlns:a16="http://schemas.microsoft.com/office/drawing/2014/main" id="{DA9E982B-76AC-49BF-A3A7-F59B195876F3}"/>
              </a:ext>
            </a:extLst>
          </p:cNvPr>
          <p:cNvSpPr txBox="1"/>
          <p:nvPr/>
        </p:nvSpPr>
        <p:spPr>
          <a:xfrm>
            <a:off x="6432837" y="6050110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R" b="1" dirty="0"/>
              <a:t>*</a:t>
            </a:r>
          </a:p>
        </p:txBody>
      </p:sp>
      <p:grpSp>
        <p:nvGrpSpPr>
          <p:cNvPr id="107" name="Grupo 106">
            <a:extLst>
              <a:ext uri="{FF2B5EF4-FFF2-40B4-BE49-F238E27FC236}">
                <a16:creationId xmlns:a16="http://schemas.microsoft.com/office/drawing/2014/main" id="{04937A2F-3BA7-4517-9313-B610E9FFE704}"/>
              </a:ext>
            </a:extLst>
          </p:cNvPr>
          <p:cNvGrpSpPr/>
          <p:nvPr/>
        </p:nvGrpSpPr>
        <p:grpSpPr>
          <a:xfrm>
            <a:off x="8789943" y="4436370"/>
            <a:ext cx="1198091" cy="1549001"/>
            <a:chOff x="998621" y="1040051"/>
            <a:chExt cx="1137750" cy="1753985"/>
          </a:xfrm>
        </p:grpSpPr>
        <p:sp>
          <p:nvSpPr>
            <p:cNvPr id="108" name="Rectángulo: esquinas superiores redondeadas 107">
              <a:extLst>
                <a:ext uri="{FF2B5EF4-FFF2-40B4-BE49-F238E27FC236}">
                  <a16:creationId xmlns:a16="http://schemas.microsoft.com/office/drawing/2014/main" id="{1B426648-8B81-4D7B-910E-54A30991908F}"/>
                </a:ext>
              </a:extLst>
            </p:cNvPr>
            <p:cNvSpPr/>
            <p:nvPr/>
          </p:nvSpPr>
          <p:spPr>
            <a:xfrm>
              <a:off x="1005838" y="1040051"/>
              <a:ext cx="1088967" cy="1753985"/>
            </a:xfrm>
            <a:prstGeom prst="round2SameRect">
              <a:avLst/>
            </a:prstGeom>
            <a:ln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CR" dirty="0"/>
            </a:p>
          </p:txBody>
        </p:sp>
        <p:sp>
          <p:nvSpPr>
            <p:cNvPr id="109" name="CuadroTexto 108">
              <a:extLst>
                <a:ext uri="{FF2B5EF4-FFF2-40B4-BE49-F238E27FC236}">
                  <a16:creationId xmlns:a16="http://schemas.microsoft.com/office/drawing/2014/main" id="{EFC30A1C-5765-4AB1-8A38-6807FB627EC4}"/>
                </a:ext>
              </a:extLst>
            </p:cNvPr>
            <p:cNvSpPr txBox="1"/>
            <p:nvPr/>
          </p:nvSpPr>
          <p:spPr>
            <a:xfrm>
              <a:off x="998621" y="1047218"/>
              <a:ext cx="108896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CR" sz="1400" b="1" dirty="0" err="1"/>
                <a:t>location</a:t>
              </a:r>
              <a:endParaRPr lang="es-CR" sz="1400" b="1" dirty="0"/>
            </a:p>
          </p:txBody>
        </p:sp>
        <p:cxnSp>
          <p:nvCxnSpPr>
            <p:cNvPr id="110" name="Conector recto 109">
              <a:extLst>
                <a:ext uri="{FF2B5EF4-FFF2-40B4-BE49-F238E27FC236}">
                  <a16:creationId xmlns:a16="http://schemas.microsoft.com/office/drawing/2014/main" id="{46197007-50B5-438D-B789-44A21A275692}"/>
                </a:ext>
              </a:extLst>
            </p:cNvPr>
            <p:cNvCxnSpPr/>
            <p:nvPr/>
          </p:nvCxnSpPr>
          <p:spPr>
            <a:xfrm>
              <a:off x="1008377" y="1395464"/>
              <a:ext cx="1088967" cy="0"/>
            </a:xfrm>
            <a:prstGeom prst="line">
              <a:avLst/>
            </a:prstGeom>
            <a:ln w="19050">
              <a:solidFill>
                <a:schemeClr val="accent5">
                  <a:lumMod val="75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11" name="CuadroTexto 110">
              <a:extLst>
                <a:ext uri="{FF2B5EF4-FFF2-40B4-BE49-F238E27FC236}">
                  <a16:creationId xmlns:a16="http://schemas.microsoft.com/office/drawing/2014/main" id="{268AE016-717D-4321-B389-2236C835C299}"/>
                </a:ext>
              </a:extLst>
            </p:cNvPr>
            <p:cNvSpPr txBox="1"/>
            <p:nvPr/>
          </p:nvSpPr>
          <p:spPr>
            <a:xfrm>
              <a:off x="1005838" y="1514799"/>
              <a:ext cx="1130533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CR" sz="1200" dirty="0"/>
                <a:t>id</a:t>
              </a:r>
            </a:p>
            <a:p>
              <a:r>
                <a:rPr lang="es-CR" sz="1200" dirty="0" err="1"/>
                <a:t>name</a:t>
              </a:r>
              <a:endParaRPr lang="es-CR" sz="1200" dirty="0"/>
            </a:p>
            <a:p>
              <a:r>
                <a:rPr lang="es-CR" sz="1200" dirty="0" err="1"/>
                <a:t>latitude</a:t>
              </a:r>
              <a:endParaRPr lang="es-CR" sz="1200" dirty="0"/>
            </a:p>
            <a:p>
              <a:r>
                <a:rPr lang="es-CR" sz="1200" dirty="0" err="1"/>
                <a:t>longitude</a:t>
              </a:r>
              <a:endParaRPr lang="es-CR" sz="1200" dirty="0"/>
            </a:p>
            <a:p>
              <a:r>
                <a:rPr lang="es-CR" sz="1200" dirty="0" err="1"/>
                <a:t>address</a:t>
              </a:r>
              <a:endParaRPr lang="es-CR" sz="1200" dirty="0"/>
            </a:p>
          </p:txBody>
        </p:sp>
      </p:grpSp>
      <p:cxnSp>
        <p:nvCxnSpPr>
          <p:cNvPr id="113" name="Conector: angular 112">
            <a:extLst>
              <a:ext uri="{FF2B5EF4-FFF2-40B4-BE49-F238E27FC236}">
                <a16:creationId xmlns:a16="http://schemas.microsoft.com/office/drawing/2014/main" id="{0D57383B-CDF4-488A-9D86-71E2B153CC3C}"/>
              </a:ext>
            </a:extLst>
          </p:cNvPr>
          <p:cNvCxnSpPr/>
          <p:nvPr/>
        </p:nvCxnSpPr>
        <p:spPr>
          <a:xfrm rot="16200000" flipH="1">
            <a:off x="7608255" y="2989211"/>
            <a:ext cx="1597403" cy="1206959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4" name="CuadroTexto 113">
            <a:extLst>
              <a:ext uri="{FF2B5EF4-FFF2-40B4-BE49-F238E27FC236}">
                <a16:creationId xmlns:a16="http://schemas.microsoft.com/office/drawing/2014/main" id="{94DD33A3-3945-4B57-AEC6-A5894FF45FFE}"/>
              </a:ext>
            </a:extLst>
          </p:cNvPr>
          <p:cNvSpPr txBox="1"/>
          <p:nvPr/>
        </p:nvSpPr>
        <p:spPr>
          <a:xfrm>
            <a:off x="9023837" y="4044549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R" sz="1400" b="1" dirty="0"/>
              <a:t>1</a:t>
            </a:r>
            <a:endParaRPr lang="es-CR" b="1" dirty="0"/>
          </a:p>
        </p:txBody>
      </p:sp>
      <p:grpSp>
        <p:nvGrpSpPr>
          <p:cNvPr id="74" name="Grupo 73">
            <a:extLst>
              <a:ext uri="{FF2B5EF4-FFF2-40B4-BE49-F238E27FC236}">
                <a16:creationId xmlns:a16="http://schemas.microsoft.com/office/drawing/2014/main" id="{705F9ED5-41EB-4153-87AA-3371E7EE0E61}"/>
              </a:ext>
            </a:extLst>
          </p:cNvPr>
          <p:cNvGrpSpPr/>
          <p:nvPr/>
        </p:nvGrpSpPr>
        <p:grpSpPr>
          <a:xfrm>
            <a:off x="3940377" y="-8070"/>
            <a:ext cx="1190491" cy="1434880"/>
            <a:chOff x="1027867" y="1105385"/>
            <a:chExt cx="1130533" cy="2321505"/>
          </a:xfrm>
        </p:grpSpPr>
        <p:sp>
          <p:nvSpPr>
            <p:cNvPr id="75" name="Rectángulo: esquinas superiores redondeadas 74">
              <a:extLst>
                <a:ext uri="{FF2B5EF4-FFF2-40B4-BE49-F238E27FC236}">
                  <a16:creationId xmlns:a16="http://schemas.microsoft.com/office/drawing/2014/main" id="{C329DDC8-B60A-4789-A2AA-F92153FB7290}"/>
                </a:ext>
              </a:extLst>
            </p:cNvPr>
            <p:cNvSpPr/>
            <p:nvPr/>
          </p:nvSpPr>
          <p:spPr>
            <a:xfrm>
              <a:off x="1047404" y="1130531"/>
              <a:ext cx="1088967" cy="1753985"/>
            </a:xfrm>
            <a:prstGeom prst="round2SameRect">
              <a:avLst/>
            </a:prstGeom>
            <a:ln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CR" dirty="0"/>
            </a:p>
          </p:txBody>
        </p:sp>
        <p:sp>
          <p:nvSpPr>
            <p:cNvPr id="76" name="CuadroTexto 75">
              <a:extLst>
                <a:ext uri="{FF2B5EF4-FFF2-40B4-BE49-F238E27FC236}">
                  <a16:creationId xmlns:a16="http://schemas.microsoft.com/office/drawing/2014/main" id="{B72CA168-1A51-4ED7-A8FF-FDD98DF21E4D}"/>
                </a:ext>
              </a:extLst>
            </p:cNvPr>
            <p:cNvSpPr txBox="1"/>
            <p:nvPr/>
          </p:nvSpPr>
          <p:spPr>
            <a:xfrm>
              <a:off x="1047404" y="1105385"/>
              <a:ext cx="1088967" cy="4979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CR" sz="1400" b="1" dirty="0" err="1"/>
                <a:t>like</a:t>
              </a:r>
              <a:endParaRPr lang="es-CR" sz="1400" b="1" dirty="0"/>
            </a:p>
          </p:txBody>
        </p:sp>
        <p:cxnSp>
          <p:nvCxnSpPr>
            <p:cNvPr id="91" name="Conector recto 90">
              <a:extLst>
                <a:ext uri="{FF2B5EF4-FFF2-40B4-BE49-F238E27FC236}">
                  <a16:creationId xmlns:a16="http://schemas.microsoft.com/office/drawing/2014/main" id="{0EFD45E1-6B27-426C-BCF2-7F42B81AEBCF}"/>
                </a:ext>
              </a:extLst>
            </p:cNvPr>
            <p:cNvCxnSpPr/>
            <p:nvPr/>
          </p:nvCxnSpPr>
          <p:spPr>
            <a:xfrm>
              <a:off x="1047404" y="1529515"/>
              <a:ext cx="1088967" cy="0"/>
            </a:xfrm>
            <a:prstGeom prst="line">
              <a:avLst/>
            </a:prstGeom>
            <a:ln w="19050">
              <a:solidFill>
                <a:schemeClr val="accent5">
                  <a:lumMod val="75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93" name="CuadroTexto 92">
              <a:extLst>
                <a:ext uri="{FF2B5EF4-FFF2-40B4-BE49-F238E27FC236}">
                  <a16:creationId xmlns:a16="http://schemas.microsoft.com/office/drawing/2014/main" id="{7517EB4F-7FDD-475C-B2D3-B70CF427CAAB}"/>
                </a:ext>
              </a:extLst>
            </p:cNvPr>
            <p:cNvSpPr txBox="1"/>
            <p:nvPr/>
          </p:nvSpPr>
          <p:spPr>
            <a:xfrm>
              <a:off x="1027867" y="1487899"/>
              <a:ext cx="1130533" cy="193899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CR" sz="1200" dirty="0"/>
                <a:t>id</a:t>
              </a:r>
            </a:p>
            <a:p>
              <a:r>
                <a:rPr lang="es-CR" sz="1200" dirty="0" err="1"/>
                <a:t>user_id</a:t>
              </a:r>
              <a:endParaRPr lang="es-CR" sz="1200" dirty="0"/>
            </a:p>
            <a:p>
              <a:r>
                <a:rPr lang="es-CR" sz="1200" dirty="0" err="1"/>
                <a:t>event_id</a:t>
              </a:r>
              <a:endParaRPr lang="es-CR" sz="1200" dirty="0"/>
            </a:p>
            <a:p>
              <a:r>
                <a:rPr lang="es-CR" sz="1200" dirty="0" err="1"/>
                <a:t>created_at</a:t>
              </a:r>
              <a:endParaRPr lang="es-CR" sz="1200" dirty="0"/>
            </a:p>
            <a:p>
              <a:endParaRPr lang="es-CR" sz="1200" dirty="0"/>
            </a:p>
            <a:p>
              <a:endParaRPr lang="es-CR" sz="1200" dirty="0"/>
            </a:p>
            <a:p>
              <a:endParaRPr lang="es-CR" sz="1200" dirty="0"/>
            </a:p>
            <a:p>
              <a:endParaRPr lang="es-CR" sz="1200" dirty="0"/>
            </a:p>
            <a:p>
              <a:endParaRPr lang="es-CR" sz="1200" dirty="0"/>
            </a:p>
            <a:p>
              <a:endParaRPr lang="es-CR" sz="1200" dirty="0"/>
            </a:p>
          </p:txBody>
        </p:sp>
      </p:grpSp>
      <p:cxnSp>
        <p:nvCxnSpPr>
          <p:cNvPr id="3" name="Conector recto de flecha 2">
            <a:extLst>
              <a:ext uri="{FF2B5EF4-FFF2-40B4-BE49-F238E27FC236}">
                <a16:creationId xmlns:a16="http://schemas.microsoft.com/office/drawing/2014/main" id="{D4506BAC-4CF3-4787-BD32-034F86A75B94}"/>
              </a:ext>
            </a:extLst>
          </p:cNvPr>
          <p:cNvCxnSpPr/>
          <p:nvPr/>
        </p:nvCxnSpPr>
        <p:spPr>
          <a:xfrm>
            <a:off x="2239675" y="900048"/>
            <a:ext cx="164508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" name="CuadroTexto 94">
            <a:extLst>
              <a:ext uri="{FF2B5EF4-FFF2-40B4-BE49-F238E27FC236}">
                <a16:creationId xmlns:a16="http://schemas.microsoft.com/office/drawing/2014/main" id="{22EEC7E8-6325-4385-8BC3-582418D30A69}"/>
              </a:ext>
            </a:extLst>
          </p:cNvPr>
          <p:cNvSpPr txBox="1"/>
          <p:nvPr/>
        </p:nvSpPr>
        <p:spPr>
          <a:xfrm>
            <a:off x="3660867" y="552568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R" b="1" dirty="0"/>
              <a:t>*</a:t>
            </a:r>
          </a:p>
        </p:txBody>
      </p:sp>
    </p:spTree>
    <p:extLst>
      <p:ext uri="{BB962C8B-B14F-4D97-AF65-F5344CB8AC3E}">
        <p14:creationId xmlns:p14="http://schemas.microsoft.com/office/powerpoint/2010/main" val="73555979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119</TotalTime>
  <Words>122</Words>
  <Application>Microsoft Office PowerPoint</Application>
  <PresentationFormat>Panorámica</PresentationFormat>
  <Paragraphs>81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Tema de Office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l</dc:creator>
  <cp:lastModifiedBy>l</cp:lastModifiedBy>
  <cp:revision>11</cp:revision>
  <dcterms:created xsi:type="dcterms:W3CDTF">2025-11-06T14:01:20Z</dcterms:created>
  <dcterms:modified xsi:type="dcterms:W3CDTF">2025-11-17T00:27:46Z</dcterms:modified>
</cp:coreProperties>
</file>